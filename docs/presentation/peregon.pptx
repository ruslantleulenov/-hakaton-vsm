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сделали тренажёр, где проводник ВСМ проживает нештатные ситуации целым рейсом, а не отвечает на вопросы теста. Дальше покажу три вещи, которых нет в обычном квизе с таймером.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Проводник знает регламент. Вопрос в том, вспомнит ли он его, когда в вагоне одновременно плачет ребёнок и пассажиру плохо.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 слайда: рейс, а не квиз. И лояльность здесь — ресурс, который работает дальше по смене.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Режим новеллы включается для сценариев, у которых есть сцена. Арт подключается файлами, без кода; пока его нет — векторная подложка.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стоит показать жюри правку вживую: поменять цену решения или добавить развилку, запустить validate.py.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прямая реализация ролевой модели из методички кейса — четыре шага на странице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показываем экран перехода между инцидентами: «Память рейса: салон на вашей стороне».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демонстрации специально даём таймеру истечь: ситуация уходит в другую ветку, и это видно на шкалах.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главный учебный момент: не оценка, а объяснение с нормативной основой.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Рейтинг честен, потому что ядро детерминированное, а время считает сервер.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заказчика это главный аргумент: тренажёр не только учит, но и показывает, чему учить дальше.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Состояние партии лежит в БД, поэтому бэкенд масштабируется горизонтально без липких сессий.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152-ФЗ выполняется не декларацией, а тем, что личных данных в системе просто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Финал: подчёркиваем, что решение управляемое — сценарий добавляется без программиста, и всё запускается одной командой.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D6001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Перегон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2304288" y="2286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геймифицированный тренажёр проводника высокоскоростной магистрали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тренировка — один рейс Москва — Санкт-Петербург, сжатый до 15 минут.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Решения за секунды, последствия на весь рейс, разбор со ссылкой на регламент.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663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сценариев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01568" y="466344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4663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рейса по 3 инцидента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63056" y="466344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63056" y="4663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узла · 92 варианта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24544" y="4663440"/>
            <a:ext cx="2560320" cy="566928"/>
          </a:xfrm>
          <a:prstGeom prst="roundRect">
            <a:avLst>
              <a:gd name="adj" fmla="val 50000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24544" y="4663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теста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Московского транспорта · трек «Геймификация для ВСМ»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проверяет знание регламента.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 не проверяет поведение под давлением.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560320"/>
            <a:ext cx="384048" cy="384048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Стресс и дефицит времени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вагоне на 400 км/ч решение принимается за секунды. Лекция и тест этому не учат: там можно подумать и перечитать.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16552" y="22860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560320"/>
            <a:ext cx="384048" cy="384048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0872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безопасной среды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Отрабатывать конфликт или медицинский инцидент на реальных пассажирах нельзя. Ошибка стоит и безопасности, и репутации премиального сервиса.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3024" y="22860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67344" y="2560320"/>
            <a:ext cx="384048" cy="384048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67344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67344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 не измеряются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67344" y="3611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«Умеет успокоить пассажира» — это не галочка в тесте. Нужна оценка, которую можно показать сотруднику и методисту.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578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кейса: методичка «Примеры ситуаций взаимодействия поездного персонала с пассажирами» — 51 ситуация с эталонными реакциями, стандарты СТО РЖД по обслуживанию пассажиров ВСМ.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Тренировка — это рейс, а не набор вопросов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проводника: несколько нештатных ситуаций подряд на маршруте Москва — Санкт-Петербург. Шкалы не обнуляются между инцидентами, а пассажиры помнят, как с ними обошлись на прошлом перегоне.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926080"/>
            <a:ext cx="237744" cy="237744"/>
          </a:xfrm>
          <a:prstGeom prst="ellipse">
            <a:avLst/>
          </a:prstGeom>
          <a:solidFill>
            <a:srgbClr val="C77A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Таймер от маршрута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85876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Медиков вызывают к платформе, пассажира передают полиции на вокзале. Не успел до станции — вариант закрылся.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265176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926080"/>
            <a:ext cx="237744" cy="237744"/>
          </a:xfrm>
          <a:prstGeom prst="ellipse">
            <a:avLst/>
          </a:prstGeom>
          <a:solidFill>
            <a:srgbClr val="2F6FD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шкалы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85876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«Лояльность пассажира» и «рейтинг безопасности» тянут в разные стороны. Безопасность не торгуется.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265176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2926080"/>
            <a:ext cx="237744" cy="237744"/>
          </a:xfrm>
          <a:prstGeom prst="ellipse">
            <a:avLst/>
          </a:prstGeom>
          <a:solidFill>
            <a:srgbClr val="1F9D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9088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пассажиров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385876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Салон, с которым нашли общий язык, помогает. Видевший публичный спор — достаёт телефон.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24544" y="2651760"/>
            <a:ext cx="2560320" cy="2468880"/>
          </a:xfrm>
          <a:prstGeom prst="roundRect">
            <a:avLst>
              <a:gd name="adj" fmla="val 5185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80576" y="2926080"/>
            <a:ext cx="237744" cy="237744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80576" y="32918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со ссылкой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3858768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балл объяснён причиной и пунктом методички. Плюс ветка, которую вы не выбрали.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Всё это — данные, а не код: методист добавляет ситуацию из методички без программиста.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Инцидент подаётся как лайт-новелла</a:t>
            </a:r>
            <a:endParaRPr lang="en-US" sz="3200" dirty="0"/>
          </a:p>
        </p:txBody>
      </p:sp>
      <p:pic>
        <p:nvPicPr>
          <p:cNvPr id="4" name="Image 0" descr="C:\Users\tlens\AppData\Local\Temp\claude\D-----\3c71e975-6502-4df8-bf12-6139637b3c96\scratchpad\shots\02-nov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6858000" cy="4754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792224"/>
            <a:ext cx="182880" cy="182880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838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 и персонаж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06654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Фон вагона и собеседник со сменой эмоции: спокоен → доволен → напряжён → на взводе.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18120" y="2935224"/>
            <a:ext cx="182880" cy="182880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83880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 шкалы сверху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320954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Видно последствие каждого решения сразу, а не только в конце.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4078224"/>
            <a:ext cx="182880" cy="182880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8388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Таймер от сервера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435254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не передаёт время: момент показа узла лежит в базе. Подкрутить таймер из консоли нельзя.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818120" y="5221224"/>
            <a:ext cx="182880" cy="182880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83880" y="5166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ролевой модели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549554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каждого варианта подписан шаг: признать → правило → решение → заверить.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СЦЕНАРИЕВ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— это данные, а не код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309360" cy="4114800"/>
          </a:xfrm>
          <a:prstGeom prst="roundRect">
            <a:avLst>
              <a:gd name="adj" fmla="val 2667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id: radio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step: solution           # шаг ролевой модели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text: «Вызвать начальника поезда и попросить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медиков к платформе в Твери»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reason: Вызов через начальника поезда 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штатный порядок (ситуация 19)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effects: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loyalty: 6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safety: 15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competences: {safety: 3, teamwork: 3}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set: [medics_called]   # память рейса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goto_if: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flag: car_tense      # вагон помнит спор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goto: filmed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7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goto: care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сценариев из методички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784080" y="1737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6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978408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узла, 92 варианта ответа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3108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9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рейса по три инцидента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31089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0" y="37673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достижений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45720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Загрузчик проверяет файл целиком: битая ссылка между узлами, таймер без ветки «время вышло», недостижимый узел — ошибка при старте, а не в середине партии. Отдельный валидатор для методиста ловит варианты без объяснения.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 1 · РОЛЕВАЯ МОДЕЛЬ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 не только что сказано, но и в каком порядке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ситуацию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82880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154680" y="18288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1828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Обозначить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82880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669280" y="18288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828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Предложить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1828800"/>
            <a:ext cx="411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83880" y="182880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1828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Заверить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до признания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767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«Вы пьяны, алкоголь я вам не принесу»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 лояльности сверх эффекта самой реплики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617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Методичка прямо запрещает называть состояние пассажира вслух: это провоцирует агрессию.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15468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3383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после признания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767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«Этот напиток предложить не могу. Позвольте предложить чай или кофе?»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9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лояльности и +1 к компетенции «сервис»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617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сравнивает шаг текущего хода с предыдущим — отдельно от эффектов самой реплики.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лежат списком в engine.SEQUENCE_RULES — три записи вида «шаг X после шага Y». Меняются за минуту.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 2 · ПАМЯТЬ РЕЙСА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Пассажиры помнят прошлый перегон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38528"/>
            <a:ext cx="201168" cy="201168"/>
          </a:xfrm>
          <a:prstGeom prst="ellipse">
            <a:avLst/>
          </a:prstGeom>
          <a:solidFill>
            <a:srgbClr val="2F6FD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07008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Инцидент 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пассажира на одно место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6916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938528"/>
            <a:ext cx="201168" cy="201168"/>
          </a:xfrm>
          <a:prstGeom prst="ellipse">
            <a:avLst/>
          </a:prstGeom>
          <a:solidFill>
            <a:srgbClr val="C77A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56048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Инцидент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956048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Ребёнок потерялся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1691640"/>
            <a:ext cx="365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38328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938528"/>
            <a:ext cx="201168" cy="201168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705088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Инцидент 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705088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Пассажиру стало плохо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834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Шкалы и флаги переезжают из инцидента в инцидент — это и есть память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EAF7F0"/>
          </a:solidFill>
          <a:ln w="12700">
            <a:solidFill>
              <a:srgbClr val="BEE3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9D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 решён по-человечески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3931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медицинском инциденте открывается вариант «попросить пассажиров, с которыми вы уже нашли общий язык, помочь»: кто-то несёт воду, кто-то придерживает проход. Лояльность перестаёт быть баллом и становится ресурсом.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29184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BECEE"/>
          </a:solidFill>
          <a:ln w="12700">
            <a:solidFill>
              <a:srgbClr val="F0C4C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Был публичный спор в салоне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9319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ход ведёт в другой узел: сосед через проход поднимает телефон и снимает пассажирке, которой плохо. Появляется отдельная развилка про согласие на съёмку.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данных это две строчки: requires: [goodwill_car] и goto_if: [{flag: car_tense, goto: filmed}].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 3 · ВРЕМЯ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Таймер задаёт не игра, а маршрут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Поезд на 400 км/ч не остановится по требованию: всё, что делается через станцию, нужно решить до неё.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49240" cy="1463040"/>
          </a:xfrm>
          <a:prstGeom prst="roundRect">
            <a:avLst>
              <a:gd name="adj" fmla="val 8750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78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Окно закрывается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8094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дольше тянешь, тем меньше остаётся мягких вариантов: часть решений просто исчезает из списка.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377440"/>
            <a:ext cx="5349240" cy="1463040"/>
          </a:xfrm>
          <a:prstGeom prst="roundRect">
            <a:avLst>
              <a:gd name="adj" fmla="val 8750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5786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Бездействие — выбор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98094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Истёк таймер — у узла своя ветка: ситуация развивается сама, хладнокровие падает, минус три балла к итогу.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5349240" cy="1463040"/>
          </a:xfrm>
          <a:prstGeom prst="roundRect">
            <a:avLst>
              <a:gd name="adj" fmla="val 8750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270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считает сервер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6725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базе лежит момент показа узла. Браузер не передаёт длительность вообще — «подкрутить» таймер нельзя.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4069080"/>
            <a:ext cx="5349240" cy="1463040"/>
          </a:xfrm>
          <a:prstGeom prst="roundRect">
            <a:avLst>
              <a:gd name="adj" fmla="val 8750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4270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≠ наугад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6725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Верное решение в первой половине таймера даёт +2 к хладнокровию, на исходе — минус один.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Честный таймер — обязательное условие честной таблицы лидеров.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ОБРАТНАЯ СВЯЗЬ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«верно / неверно», а объяснение</a:t>
            </a:r>
            <a:endParaRPr lang="en-US" sz="3200" dirty="0"/>
          </a:p>
        </p:txBody>
      </p:sp>
      <p:pic>
        <p:nvPicPr>
          <p:cNvPr id="4" name="Image 0" descr="C:\Users\tlens\AppData\Local\Temp\claude\D-----\3c71e975-6502-4df8-bf12-6139637b3c96\scratchpad\shots\06-debrief-ev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600200"/>
            <a:ext cx="566928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46504"/>
            <a:ext cx="182880" cy="182880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0584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 у каждого балла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202082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«Вызов через начальника поезда — штатный порядок; медики встречают состав на остановке» со ссылкой на ситуацию из методички.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843784"/>
            <a:ext cx="182880" cy="182880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0584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можно было лучше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311810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слабых вариантов — прямая подсказка: что именно стоило сделать вместо этого.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3941064"/>
            <a:ext cx="182880" cy="182880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3886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было бы, если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421538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Движок показывает ветку, которую вы не выбрали, — но только когда она была заметно лучше.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" y="5038344"/>
            <a:ext cx="182880" cy="182880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4983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 о человеке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5312664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«Безопасность просела: сначала снимается риск, потом сервис» — и подбор следующих рейсов под слабую компетенцию.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ГЕЙМИФИКАЦИЯ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Цикл: действие → очки → достижения → рейтинг</a:t>
            </a:r>
            <a:endParaRPr lang="en-US" sz="3200" dirty="0"/>
          </a:p>
        </p:txBody>
      </p:sp>
      <p:pic>
        <p:nvPicPr>
          <p:cNvPr id="4" name="Image 0" descr="C:\Users\tlens\AppData\Local\Temp\claude\D-----\3c71e975-6502-4df8-bf12-6139637b3c96\scratchpad\shots\07-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45920"/>
            <a:ext cx="5120640" cy="3200400"/>
          </a:xfrm>
          <a:prstGeom prst="rect">
            <a:avLst/>
          </a:prstGeom>
        </p:spPr>
      </p:pic>
      <p:pic>
        <p:nvPicPr>
          <p:cNvPr id="5" name="Image 1" descr="C:\Users\tlens\AppData\Local\Temp\claude\D-----\3c71e975-6502-4df8-bf12-6139637b3c96\scratchpad\shots\08-leaderboar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1645920"/>
            <a:ext cx="5577840" cy="32004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5074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537667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компетенций, пять уровней: стажёр → наставник.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447288" y="5074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Достижения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447288" y="537667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поведение, а не за число попыток: «Холодная голова» — десять решений вовремя.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254496" y="5074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Рейс недели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254496" y="537667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сценарий для всех бригад, отдельная таблица — сравнение честное.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9061704" y="5074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Серии и баллы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9061704" y="537667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Дни подряд, сгорающие очки челленджа, уведомления о новых рейсах и назначениях.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 ДЛЯ МЕТОДИСТОВ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о реальных пробелах в подготовке</a:t>
            </a:r>
            <a:endParaRPr lang="en-US" sz="3200" dirty="0"/>
          </a:p>
        </p:txBody>
      </p:sp>
      <p:pic>
        <p:nvPicPr>
          <p:cNvPr id="4" name="Image 0" descr="C:\Users\tlens\AppData\Local\Temp\claude\D-----\3c71e975-6502-4df8-bf12-6139637b3c96\scratchpad\shots\09-analyt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645920"/>
            <a:ext cx="576072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ход пишется в журнал: узел, выбор, время, изменения шкал и причина. Из этого получаются два ответа, которых не даёт ни тест, ни лекция.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74320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" y="2907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ошибаются чаще всего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32461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Развилки с наибольшей потерей шкал по всем прохождениям: видно не «кто плохой», а какая тема не отработана.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4279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 компетенций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4617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первой и второй половины рейсов сотрудника: что выросло, а что стоит на месте.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577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же данные уходят в HR и LMS через документированный API.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Модульно, без «чёрных ящиков»</a:t>
            </a:r>
            <a:endParaRPr lang="en-US" sz="3200" dirty="0"/>
          </a:p>
        </p:txBody>
      </p:sp>
      <p:pic>
        <p:nvPicPr>
          <p:cNvPr id="4" name="Image 0" descr="C:\Users\tlens\AppData\Local\Temp\claude\D-----\3c71e975-6502-4df8-bf12-6139637b3c96\scratchpad\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7498080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210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19842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без сборки (HTML/CSS/JS), backend на FastAPI, хранилище SQLite.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Ядро отдельно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308152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engine.py не знает ни про HTTP, ни про БД: партия воспроизводится в тесте одной функцией.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1788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на /docs; интеграции с HR и LMS — отдельный раздел по токену X-API-Key.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4983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527608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 и одна команда. Есть Dockerfile и compose.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СООТВЕТСТВИЕ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21792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Демо-среда без персональных данных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93392"/>
            <a:ext cx="219456" cy="219456"/>
          </a:xfrm>
          <a:prstGeom prst="ellipse">
            <a:avLst/>
          </a:prstGeom>
          <a:solidFill>
            <a:srgbClr val="1F9D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04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синтетика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8833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Профили, бригады и депо придуманы. Пассажиры в сценариях — персонажи: ни имён из жизни, ни номеров билетов, ни документов.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993392"/>
            <a:ext cx="219456" cy="219456"/>
          </a:xfrm>
          <a:prstGeom prst="ellipse">
            <a:avLst/>
          </a:prstGeom>
          <a:solidFill>
            <a:srgbClr val="2F6F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304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Минимизация в выгрузке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68833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HR уходят логин, подразделение и учебные показатели. ФИО тренажёру не нужно — и не хранится.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005072"/>
            <a:ext cx="219456" cy="219456"/>
          </a:xfrm>
          <a:prstGeom prst="ellipse">
            <a:avLst/>
          </a:prstGeom>
          <a:solidFill>
            <a:srgbClr val="C77A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Секретов в коде нет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0001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 интеграции лежит в базе и выдаётся администратором; база создаётся локально при первом запуске.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7490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005072"/>
            <a:ext cx="219456" cy="219456"/>
          </a:xfrm>
          <a:prstGeom prst="ellipse">
            <a:avLst/>
          </a:prstGeom>
          <a:solidFill>
            <a:srgbClr val="D600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43159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Предсказуемые ошибки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70001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/ 409 / 422 / 401 с понятным текстом, а битая ссылка в сценарии — ошибка при загрузке, а не в середине партии.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Проверено тестами: изоляция базы, коды ошибок, отсутствие ФИО в интеграционной выгрузке.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D60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ГОТОВО И ЧТО ДАЛЬШЕ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Рабочий прототип, а не макет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108960"/>
          </a:xfrm>
          <a:prstGeom prst="roundRect">
            <a:avLst>
              <a:gd name="adj" fmla="val 4118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Сделано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сценариев и 2 рейса на данных кейса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Таймеры, две шкалы, память между инцидентами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с причинами, альтернативами и выводами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Профиль, достижения, рейтинг, рейс недели, серии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с OpenAPI, интеграции с HR и LMS по токену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теста, валидатор контента, запуск одной командой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03520" cy="3108960"/>
          </a:xfrm>
          <a:prstGeom prst="roundRect">
            <a:avLst>
              <a:gd name="adj" fmla="val 4118"/>
            </a:avLst>
          </a:prstGeom>
          <a:solidFill>
            <a:srgbClr val="172033"/>
          </a:solidFill>
          <a:ln w="12700">
            <a:solidFill>
              <a:srgbClr val="2B39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развития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Веб-редактор сценариев для методистов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Остальные ситуации методички по данным аналитики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и профиль из HR, назначение обучения из LMS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Свободная реплика вместо выбора варианта: исход считает то же ядро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8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инструктора и разбор партии с наставником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Репозиторий, инструкция запуска и пакет документации — в README проекта.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Перегон — тренажёр проводника ВСМ</dc:title>
  <dc:subject>PptxGenJS Presentation</dc:subject>
  <dc:creator>Команда проекта «Перегон»</dc:creator>
  <cp:lastModifiedBy>Команда проекта «Перегон»</cp:lastModifiedBy>
  <cp:revision>1</cp:revision>
  <dcterms:created xsi:type="dcterms:W3CDTF">2026-09-27T18:22:08Z</dcterms:created>
  <dcterms:modified xsi:type="dcterms:W3CDTF">2026-09-27T18:22:08Z</dcterms:modified>
</cp:coreProperties>
</file>